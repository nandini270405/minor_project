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Expense Tracker ML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expense categorization + budget alerts</a:t>
            </a:r>
          </a:p>
          <a:p>
            <a:r>
              <a:t>Team: &lt;your names&gt;</a:t>
            </a:r>
          </a:p>
          <a:p>
            <a:r>
              <a:t>Date: &lt;today&gt;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expense categorization is slow and inconsistent.</a:t>
            </a:r>
          </a:p>
          <a:p>
            <a:r>
              <a:t>Goal: fast, accurate category prediction + clear spending insights.</a:t>
            </a:r>
          </a:p>
          <a:p>
            <a:r>
              <a:t>Data: spending_patterns_detailed.csv (10k rows, 9 columns).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Distribution</a:t>
            </a:r>
          </a:p>
        </p:txBody>
      </p:sp>
      <p:pic>
        <p:nvPicPr>
          <p:cNvPr id="3" name="Picture 2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543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TF-IDF on Item text (max_features=3000).</a:t>
            </a:r>
          </a:p>
          <a:p>
            <a:r>
              <a:t>StandardScaler on Total Spent.</a:t>
            </a:r>
          </a:p>
          <a:p>
            <a:r>
              <a:t>One-Hot on Payment Method &amp; Location.</a:t>
            </a:r>
          </a:p>
          <a:p>
            <a:r>
              <a:t>Rare categories (&lt;3) folded into 'Other'; stratified 80/20 split.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 (Metrics Table)</a:t>
            </a:r>
          </a:p>
        </p:txBody>
      </p:sp>
      <p:pic>
        <p:nvPicPr>
          <p:cNvPr id="3" name="Picture 2" descr="model_metric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936535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Comparison — All Models</a:t>
            </a:r>
          </a:p>
        </p:txBody>
      </p:sp>
      <p:pic>
        <p:nvPicPr>
          <p:cNvPr id="3" name="Picture 2" descr="roc_curve_all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1435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Precision–Recall (LogReg)</a:t>
            </a:r>
          </a:p>
        </p:txBody>
      </p:sp>
      <p:pic>
        <p:nvPicPr>
          <p:cNvPr id="3" name="Picture 2" descr="precision_recall_logr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800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 (LogReg)</a:t>
            </a:r>
          </a:p>
        </p:txBody>
      </p:sp>
      <p:pic>
        <p:nvPicPr>
          <p:cNvPr id="3" name="Picture 2" descr="confusion_matrix_logr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1435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Misclassifications</a:t>
            </a:r>
          </a:p>
        </p:txBody>
      </p:sp>
      <p:pic>
        <p:nvPicPr>
          <p:cNvPr id="3" name="Picture 2" descr="top_confusions_logr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8521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 (LogReg)</a:t>
            </a:r>
          </a:p>
        </p:txBody>
      </p:sp>
      <p:pic>
        <p:nvPicPr>
          <p:cNvPr id="3" name="Picture 2" descr="feature_importance_logr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Curve (LogReg)</a:t>
            </a:r>
          </a:p>
        </p:txBody>
      </p:sp>
      <p:pic>
        <p:nvPicPr>
          <p:cNvPr id="3" name="Picture 2" descr="learning_curve_logr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12064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 overall: Logistic Regression (balanced class weights).</a:t>
            </a:r>
          </a:p>
          <a:p>
            <a:r>
              <a:t>Confidence available via predict_proba for UI display.</a:t>
            </a:r>
          </a:p>
          <a:p>
            <a:r>
              <a:t>Next: hyperparameter sweep, incremental retraining, mobile UI.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